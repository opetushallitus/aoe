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668FAA-7842-49EC-B071-E843BACE2E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ECAB76-9B1B-4677-919B-DF462FAC22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5F41D11-C2FB-4E43-8721-631DBBA26E4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360000" y="1440000"/>
            <a:ext cx="864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pptx-to-PDF conversion test presentation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360000" y="1440000"/>
            <a:ext cx="864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Toinen dia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LibreOffice/25.8.7.3$Linux_AARCH64 LibreOffice_project/580$Build-3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